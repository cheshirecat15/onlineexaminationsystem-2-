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  <p:sldMasterId id="2147483660" r:id="rId5"/>
  </p:sldMasterIdLst>
  <p:notesMasterIdLst>
    <p:notesMasterId r:id="rId14"/>
  </p:notesMasterIdLst>
  <p:sldIdLst>
    <p:sldId id="688" r:id="rId6"/>
    <p:sldId id="689" r:id="rId7"/>
    <p:sldId id="694" r:id="rId8"/>
    <p:sldId id="690" r:id="rId9"/>
    <p:sldId id="696" r:id="rId10"/>
    <p:sldId id="691" r:id="rId11"/>
    <p:sldId id="692" r:id="rId12"/>
    <p:sldId id="693" r:id="rId13"/>
  </p:sldIdLst>
  <p:sldSz cx="11430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nal Shah1" initials="KS" lastIdx="17" clrIdx="0">
    <p:extLst>
      <p:ext uri="{19B8F6BF-5375-455C-9EA6-DF929625EA0E}">
        <p15:presenceInfo xmlns:p15="http://schemas.microsoft.com/office/powerpoint/2012/main" userId="S-1-5-21-3300683355-3145551286-600073073-226729" providerId="AD"/>
      </p:ext>
    </p:extLst>
  </p:cmAuthor>
  <p:cmAuthor id="2" name="sachin.jain@bennett.edu.in" initials="s" lastIdx="44" clrIdx="1">
    <p:extLst>
      <p:ext uri="{19B8F6BF-5375-455C-9EA6-DF929625EA0E}">
        <p15:presenceInfo xmlns:p15="http://schemas.microsoft.com/office/powerpoint/2012/main" userId="S-1-5-21-3650601058-2927273457-3098908604-8381" providerId="AD"/>
      </p:ext>
    </p:extLst>
  </p:cmAuthor>
  <p:cmAuthor id="3" name="Prayag Padwal" initials="PP" lastIdx="12" clrIdx="2">
    <p:extLst>
      <p:ext uri="{19B8F6BF-5375-455C-9EA6-DF929625EA0E}">
        <p15:presenceInfo xmlns:p15="http://schemas.microsoft.com/office/powerpoint/2012/main" userId="S-1-5-21-3300683355-3145551286-600073073-226733" providerId="AD"/>
      </p:ext>
    </p:extLst>
  </p:cmAuthor>
  <p:cmAuthor id="4" name="kapil.gaba" initials="k" lastIdx="7" clrIdx="3">
    <p:extLst>
      <p:ext uri="{19B8F6BF-5375-455C-9EA6-DF929625EA0E}">
        <p15:presenceInfo xmlns:p15="http://schemas.microsoft.com/office/powerpoint/2012/main" userId="S-1-5-21-3650601058-2927273457-3098908604-8223" providerId="AD"/>
      </p:ext>
    </p:extLst>
  </p:cmAuthor>
  <p:cmAuthor id="5" name="Kapil Gaba" initials="KG" lastIdx="44" clrIdx="4">
    <p:extLst>
      <p:ext uri="{19B8F6BF-5375-455C-9EA6-DF929625EA0E}">
        <p15:presenceInfo xmlns:p15="http://schemas.microsoft.com/office/powerpoint/2012/main" userId="S::kapil.gaba@bennett.edu.in::202fb0e0-c7ba-4f09-97df-33284bf03dac" providerId="AD"/>
      </p:ext>
    </p:extLst>
  </p:cmAuthor>
  <p:cmAuthor id="6" name="Sachin Jain" initials="SJ" lastIdx="51" clrIdx="5">
    <p:extLst>
      <p:ext uri="{19B8F6BF-5375-455C-9EA6-DF929625EA0E}">
        <p15:presenceInfo xmlns:p15="http://schemas.microsoft.com/office/powerpoint/2012/main" userId="S::sachin.jain@bennett.edu.in::45a2ee06-0f1e-4ce6-9b89-d7d85875a86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242F"/>
    <a:srgbClr val="4D4D4D"/>
    <a:srgbClr val="FF5C29"/>
    <a:srgbClr val="A9D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37" y="43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DF63D-6310-4FA3-AE36-2EE96B6C153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17C9-8EC7-4203-BC85-C94ECA1CC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956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3050"/>
            <a:ext cx="3760392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812" y="273054"/>
            <a:ext cx="6389688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1435103"/>
            <a:ext cx="3760392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0361" y="4800600"/>
            <a:ext cx="68580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40361" y="612775"/>
            <a:ext cx="68580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0361" y="5367338"/>
            <a:ext cx="68580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4638"/>
            <a:ext cx="102870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1600204"/>
            <a:ext cx="102870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43704" y="274642"/>
            <a:ext cx="3085702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6594" y="274642"/>
            <a:ext cx="906661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1_Picture with Ca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787301" y="457200"/>
            <a:ext cx="368647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4859238" y="987426"/>
            <a:ext cx="5786438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787301" y="2057401"/>
            <a:ext cx="368647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571500" lvl="0" indent="-2857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/>
            </a:lvl1pPr>
            <a:lvl2pPr marL="1143000" lvl="1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375"/>
            </a:lvl2pPr>
            <a:lvl3pPr marL="17145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125"/>
            </a:lvl3pPr>
            <a:lvl4pPr marL="22860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4pPr>
            <a:lvl5pPr marL="28575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5pPr>
            <a:lvl6pPr marL="3429000" lvl="5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6pPr>
            <a:lvl7pPr marL="4000500" lvl="6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7pPr>
            <a:lvl8pPr marL="4572000" lvl="7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8pPr>
            <a:lvl9pPr marL="5143500" lvl="8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785813" y="6356351"/>
            <a:ext cx="2571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786188" y="6356351"/>
            <a:ext cx="3857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8072438" y="6356351"/>
            <a:ext cx="2571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842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2130425"/>
            <a:ext cx="97155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3886200"/>
            <a:ext cx="80010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288" y="4406900"/>
            <a:ext cx="97155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3288" y="2906713"/>
            <a:ext cx="97155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600200"/>
            <a:ext cx="50673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91200" y="1600200"/>
            <a:ext cx="50673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535113"/>
            <a:ext cx="50498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2174875"/>
            <a:ext cx="50498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07075" y="1535113"/>
            <a:ext cx="50514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7075" y="2174875"/>
            <a:ext cx="50514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3050"/>
            <a:ext cx="376078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813" y="273050"/>
            <a:ext cx="638968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1435100"/>
            <a:ext cx="376078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963" y="4800600"/>
            <a:ext cx="68580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39963" y="612775"/>
            <a:ext cx="68580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963" y="5367338"/>
            <a:ext cx="68580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86750" y="274638"/>
            <a:ext cx="25717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74638"/>
            <a:ext cx="7562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ster Page.jpg"/>
          <p:cNvPicPr>
            <a:picLocks noChangeAspect="1"/>
          </p:cNvPicPr>
          <p:nvPr userDrawn="1"/>
        </p:nvPicPr>
        <p:blipFill>
          <a:blip r:embed="rId14" cstate="screen"/>
          <a:srcRect/>
          <a:stretch>
            <a:fillRect/>
          </a:stretch>
        </p:blipFill>
        <p:spPr>
          <a:xfrm>
            <a:off x="0" y="0"/>
            <a:ext cx="11430000" cy="941746"/>
          </a:xfrm>
          <a:prstGeom prst="rect">
            <a:avLst/>
          </a:prstGeom>
        </p:spPr>
      </p:pic>
      <p:pic>
        <p:nvPicPr>
          <p:cNvPr id="8" name="Picture 7" descr="Master Page.jpg"/>
          <p:cNvPicPr>
            <a:picLocks noChangeAspect="1"/>
          </p:cNvPicPr>
          <p:nvPr userDrawn="1"/>
        </p:nvPicPr>
        <p:blipFill rotWithShape="1">
          <a:blip r:embed="rId15" cstate="screen"/>
          <a:srcRect l="26990"/>
          <a:stretch/>
        </p:blipFill>
        <p:spPr>
          <a:xfrm>
            <a:off x="4343400" y="6473347"/>
            <a:ext cx="7086600" cy="381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3468" y="76208"/>
            <a:ext cx="2590800" cy="8655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6B2B8C-6123-4C35-8877-E88B2D7C1AF6}"/>
              </a:ext>
            </a:extLst>
          </p:cNvPr>
          <p:cNvSpPr txBox="1"/>
          <p:nvPr userDrawn="1"/>
        </p:nvSpPr>
        <p:spPr>
          <a:xfrm>
            <a:off x="4572000" y="6524624"/>
            <a:ext cx="2856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2</a:t>
            </a:r>
            <a:r>
              <a:rPr lang="en-IN" sz="1200" baseline="30000">
                <a:solidFill>
                  <a:schemeClr val="bg1"/>
                </a:solidFill>
              </a:rPr>
              <a:t>nd</a:t>
            </a:r>
            <a:r>
              <a:rPr lang="en-IN" sz="1200">
                <a:solidFill>
                  <a:schemeClr val="bg1"/>
                </a:solidFill>
              </a:rPr>
              <a:t> Annual Convocation – 01 October 2020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0" y="274638"/>
            <a:ext cx="10287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600200"/>
            <a:ext cx="10287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" y="6356350"/>
            <a:ext cx="2667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5250" y="6356350"/>
            <a:ext cx="3619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91500" y="6356350"/>
            <a:ext cx="2667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" TargetMode="External"/><Relationship Id="rId2" Type="http://schemas.openxmlformats.org/officeDocument/2006/relationships/hyperlink" Target="https://spring.io/projects/spring-boot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oracle.com/javase/tutoria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265428" y="-15298"/>
            <a:ext cx="57116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Object Oriented Programming using Java (CSET-109)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971FB-0C9A-5189-B5C5-8E583510E7F5}"/>
              </a:ext>
            </a:extLst>
          </p:cNvPr>
          <p:cNvSpPr txBox="1"/>
          <p:nvPr/>
        </p:nvSpPr>
        <p:spPr>
          <a:xfrm>
            <a:off x="4787153" y="4200056"/>
            <a:ext cx="6033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b="1" dirty="0"/>
              <a:t>Presented By:</a:t>
            </a:r>
            <a:br>
              <a:rPr lang="en-IN" sz="2400" b="1" dirty="0"/>
            </a:br>
            <a:r>
              <a:rPr lang="en-IN" sz="2400" dirty="0"/>
              <a:t>1. RAJVI BANIWAL, Enrol No.S24CSEU0310 </a:t>
            </a:r>
          </a:p>
          <a:p>
            <a:pPr algn="r"/>
            <a:r>
              <a:rPr lang="en-IN" sz="2400" dirty="0"/>
              <a:t>2. RIJUTA GHOSH, Enrol No.S24CSEU0286 </a:t>
            </a:r>
          </a:p>
          <a:p>
            <a:pPr algn="r"/>
            <a:r>
              <a:rPr lang="en-IN" sz="2400" dirty="0"/>
              <a:t>3. RACHIT JOSHI, Enrol No.S24CSEU0298.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D0B37-20A9-C0B5-7264-4479DA3453CA}"/>
              </a:ext>
            </a:extLst>
          </p:cNvPr>
          <p:cNvSpPr txBox="1"/>
          <p:nvPr/>
        </p:nvSpPr>
        <p:spPr>
          <a:xfrm>
            <a:off x="2666416" y="2231076"/>
            <a:ext cx="57116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</a:rPr>
              <a:t>ONLINE EXAMINATION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DCFEF-8528-ECF9-A284-482D0B6432BB}"/>
              </a:ext>
            </a:extLst>
          </p:cNvPr>
          <p:cNvSpPr txBox="1"/>
          <p:nvPr/>
        </p:nvSpPr>
        <p:spPr>
          <a:xfrm>
            <a:off x="475131" y="4200056"/>
            <a:ext cx="395343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Submitted To: </a:t>
            </a:r>
          </a:p>
          <a:p>
            <a:r>
              <a:rPr lang="en-IN" sz="2800" b="1" dirty="0"/>
              <a:t>SUSMITA DAS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64345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Project description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46ADF1-22F7-49B1-C2BC-C532C68D3791}"/>
              </a:ext>
            </a:extLst>
          </p:cNvPr>
          <p:cNvSpPr txBox="1"/>
          <p:nvPr/>
        </p:nvSpPr>
        <p:spPr>
          <a:xfrm>
            <a:off x="575187" y="1460090"/>
            <a:ext cx="996991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 dirty="0"/>
              <a:t>Description: Online Examination System</a:t>
            </a:r>
          </a:p>
          <a:p>
            <a:pPr>
              <a:buNone/>
            </a:pPr>
            <a:r>
              <a:rPr lang="en-US" sz="2400" dirty="0"/>
              <a:t>The </a:t>
            </a:r>
            <a:r>
              <a:rPr lang="en-US" sz="2400" b="1" dirty="0"/>
              <a:t>Online Examination System</a:t>
            </a:r>
            <a:r>
              <a:rPr lang="en-US" sz="2400" dirty="0"/>
              <a:t> is a simple</a:t>
            </a:r>
            <a:r>
              <a:rPr lang="en-US" sz="2400" b="1" dirty="0"/>
              <a:t>, </a:t>
            </a:r>
            <a:r>
              <a:rPr lang="en-US" sz="2400" dirty="0"/>
              <a:t>beginner-friendly</a:t>
            </a:r>
            <a:r>
              <a:rPr lang="en-US" sz="2400" b="1" dirty="0"/>
              <a:t> </a:t>
            </a:r>
            <a:r>
              <a:rPr lang="en-US" sz="2400" dirty="0"/>
              <a:t>Java</a:t>
            </a:r>
            <a:r>
              <a:rPr lang="en-US" sz="2400" b="1" dirty="0"/>
              <a:t> </a:t>
            </a:r>
            <a:r>
              <a:rPr lang="en-US" sz="2400" dirty="0"/>
              <a:t>web</a:t>
            </a:r>
            <a:r>
              <a:rPr lang="en-US" sz="2400" b="1" dirty="0"/>
              <a:t> </a:t>
            </a:r>
            <a:r>
              <a:rPr lang="en-US" sz="2400" dirty="0"/>
              <a:t>application designed to simulate the core functionality of an online exam portal. This project leverages Spring</a:t>
            </a:r>
            <a:r>
              <a:rPr lang="en-US" sz="2400" b="1" dirty="0"/>
              <a:t> </a:t>
            </a:r>
            <a:r>
              <a:rPr lang="en-US" sz="2400" dirty="0"/>
              <a:t>Boot for backend development and a lightweight H2</a:t>
            </a:r>
            <a:r>
              <a:rPr lang="en-US" sz="2400" b="1" dirty="0"/>
              <a:t> </a:t>
            </a:r>
            <a:r>
              <a:rPr lang="en-US" sz="2400" dirty="0"/>
              <a:t>in-memory</a:t>
            </a:r>
            <a:r>
              <a:rPr lang="en-US" sz="2400" b="1" dirty="0"/>
              <a:t> </a:t>
            </a:r>
            <a:r>
              <a:rPr lang="en-US" sz="2400" dirty="0"/>
              <a:t>database for quick and hassle-free setup.</a:t>
            </a:r>
          </a:p>
          <a:p>
            <a:r>
              <a:rPr lang="en-US" sz="2400" dirty="0"/>
              <a:t>The system currently focuses on user</a:t>
            </a:r>
            <a:r>
              <a:rPr lang="en-US" sz="2400" b="1" dirty="0"/>
              <a:t> </a:t>
            </a:r>
            <a:r>
              <a:rPr lang="en-US" sz="2400" dirty="0"/>
              <a:t>authentication and provides a student</a:t>
            </a:r>
            <a:r>
              <a:rPr lang="en-US" sz="2400" b="1" dirty="0"/>
              <a:t> </a:t>
            </a:r>
            <a:r>
              <a:rPr lang="en-US" sz="2400" dirty="0"/>
              <a:t>dashboard, laying the foundation for a more advanced exam management platform in the future.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047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Project description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D161C-0899-7F79-567F-387300DD3DFB}"/>
              </a:ext>
            </a:extLst>
          </p:cNvPr>
          <p:cNvSpPr txBox="1"/>
          <p:nvPr/>
        </p:nvSpPr>
        <p:spPr>
          <a:xfrm>
            <a:off x="501445" y="1401097"/>
            <a:ext cx="1031895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/>
              <a:t>Current Features</a:t>
            </a:r>
          </a:p>
          <a:p>
            <a:pPr>
              <a:buNone/>
            </a:pPr>
            <a:r>
              <a:rPr lang="en-US" sz="2000" b="1" dirty="0"/>
              <a:t> 1)Login Page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Accepts a username and password through an HTML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On successful login, redirects the user to their dashboard</a:t>
            </a:r>
          </a:p>
          <a:p>
            <a:pPr>
              <a:buNone/>
            </a:pPr>
            <a:r>
              <a:rPr lang="en-US" sz="2000" b="1" dirty="0"/>
              <a:t>2)Student Dashboard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Displays two options (currently placeholders):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View Past Records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Take Exams</a:t>
            </a:r>
          </a:p>
          <a:p>
            <a:pPr>
              <a:buNone/>
            </a:pPr>
            <a:r>
              <a:rPr lang="en-US" sz="2400" b="1" dirty="0"/>
              <a:t>Technology Stack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Java (Core):</a:t>
            </a:r>
            <a:r>
              <a:rPr lang="en-US" sz="2000" dirty="0"/>
              <a:t> Business logic and controller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Spring Boot:</a:t>
            </a:r>
            <a:r>
              <a:rPr lang="en-US" sz="2000" dirty="0"/>
              <a:t> Backend development, routing, and REST API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H2 Database:</a:t>
            </a:r>
            <a:r>
              <a:rPr lang="en-US" sz="2000" dirty="0"/>
              <a:t> In-memory database for rapid testing and prototyping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HTML/CSS:</a:t>
            </a:r>
            <a:r>
              <a:rPr lang="en-US" sz="2000" dirty="0"/>
              <a:t> Frontend layout and styling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40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Solution approach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B095F-8756-5B64-3587-64F6EE6DD520}"/>
              </a:ext>
            </a:extLst>
          </p:cNvPr>
          <p:cNvSpPr txBox="1"/>
          <p:nvPr/>
        </p:nvSpPr>
        <p:spPr>
          <a:xfrm>
            <a:off x="560438" y="1445342"/>
            <a:ext cx="9822427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1. Project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</a:t>
            </a:r>
            <a:r>
              <a:rPr lang="en-US" b="1" dirty="0"/>
              <a:t>Spring </a:t>
            </a:r>
            <a:r>
              <a:rPr lang="en-US" b="1" dirty="0" err="1"/>
              <a:t>Initializr</a:t>
            </a:r>
            <a:r>
              <a:rPr lang="en-US" dirty="0"/>
              <a:t> to generate a Spring Boot starter project with dependencies like Spring Web and H2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Configured the project using </a:t>
            </a:r>
            <a:r>
              <a:rPr lang="en-US" dirty="0" err="1"/>
              <a:t>application.properties</a:t>
            </a:r>
            <a:r>
              <a:rPr lang="en-US" dirty="0"/>
              <a:t> for database connection, server port and other basic settings. </a:t>
            </a:r>
          </a:p>
          <a:p>
            <a:pPr>
              <a:buNone/>
            </a:pPr>
            <a:r>
              <a:rPr lang="en-US" sz="2400" b="1" dirty="0"/>
              <a:t>2. Frontend Design (HTML/CSS)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Designed a basic </a:t>
            </a:r>
            <a:r>
              <a:rPr lang="en-US" b="1" dirty="0"/>
              <a:t>login page</a:t>
            </a:r>
            <a:r>
              <a:rPr lang="en-US" dirty="0"/>
              <a:t> using HTML forms styled with CSS.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Created a </a:t>
            </a:r>
            <a:r>
              <a:rPr lang="en-US" b="1" dirty="0"/>
              <a:t>dashboard layout</a:t>
            </a:r>
            <a:r>
              <a:rPr lang="en-US" dirty="0"/>
              <a:t> that appears after a successful login, including placeholder buttons for future features ("Take Exams" and "View Past Records")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400" b="1" dirty="0"/>
              <a:t>3. Backend Development (Spring Boot + Java</a:t>
            </a:r>
            <a:r>
              <a:rPr lang="en-US" sz="20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controller classes to handle HTTP requests and route between pages.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Spring Boot’s </a:t>
            </a:r>
            <a:r>
              <a:rPr lang="en-US" b="1" dirty="0"/>
              <a:t>@</a:t>
            </a:r>
            <a:r>
              <a:rPr lang="en-US" dirty="0"/>
              <a:t>Controller and </a:t>
            </a:r>
            <a:r>
              <a:rPr lang="en-US" b="1" dirty="0"/>
              <a:t>@</a:t>
            </a:r>
            <a:r>
              <a:rPr lang="en-US" dirty="0"/>
              <a:t>GetMapping</a:t>
            </a:r>
            <a:r>
              <a:rPr lang="en-US" b="1" dirty="0"/>
              <a:t>/@</a:t>
            </a:r>
            <a:r>
              <a:rPr lang="en-US" dirty="0"/>
              <a:t>PostMapping annotations to define login flow and dashboard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Handled user authentication with hardcoded values for initial testing (can later be linked to H2 or a proper user table).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638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Solution approach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76D71-8FD3-4884-661E-D15E3736223B}"/>
              </a:ext>
            </a:extLst>
          </p:cNvPr>
          <p:cNvSpPr txBox="1"/>
          <p:nvPr/>
        </p:nvSpPr>
        <p:spPr>
          <a:xfrm>
            <a:off x="589935" y="1474839"/>
            <a:ext cx="968969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/>
              <a:t>4. Database Integration (H2)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Integrated an </a:t>
            </a:r>
            <a:r>
              <a:rPr lang="en-US" b="1" dirty="0"/>
              <a:t>H2 in-memory database</a:t>
            </a:r>
            <a:r>
              <a:rPr lang="en-US" dirty="0"/>
              <a:t> for easy testing and data storage during development.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Configured schema and data loading through SQL files or Spring Data annotations (if used).</a:t>
            </a:r>
          </a:p>
          <a:p>
            <a:pPr>
              <a:buNone/>
            </a:pPr>
            <a:r>
              <a:rPr lang="en-US" sz="2400" b="1" dirty="0"/>
              <a:t>5. Routing and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submits credentials on the login page → Backend validates input → If successful, user is redirected to the dashboard.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currently displays static options, which are planned to become interactive in future iterations.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939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Individual contribution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69002E-999A-09CC-9AFD-5D52496924E1}"/>
              </a:ext>
            </a:extLst>
          </p:cNvPr>
          <p:cNvSpPr txBox="1"/>
          <p:nvPr/>
        </p:nvSpPr>
        <p:spPr>
          <a:xfrm>
            <a:off x="570271" y="1304250"/>
            <a:ext cx="1025012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Member 1: [Rajvi </a:t>
            </a:r>
            <a:r>
              <a:rPr lang="en-US" b="1" dirty="0" err="1"/>
              <a:t>Baniwal</a:t>
            </a:r>
            <a:r>
              <a:rPr lang="en-US" b="1" dirty="0"/>
              <a:t>]</a:t>
            </a:r>
          </a:p>
          <a:p>
            <a:pPr>
              <a:buNone/>
            </a:pPr>
            <a:r>
              <a:rPr lang="en-US" b="1" dirty="0"/>
              <a:t>(Frontend Development)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and implemented the </a:t>
            </a:r>
            <a:r>
              <a:rPr lang="en-US" b="1" dirty="0"/>
              <a:t>login page</a:t>
            </a:r>
            <a:r>
              <a:rPr lang="en-US" dirty="0"/>
              <a:t> and </a:t>
            </a:r>
            <a:r>
              <a:rPr lang="en-US" b="1" dirty="0"/>
              <a:t>student dashboard UI</a:t>
            </a:r>
            <a:r>
              <a:rPr lang="en-US" dirty="0"/>
              <a:t> using HTML and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Ensured responsive layout and clean user interface for a smooth user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Collaborated with backend developer to integrate frontend with Spring Boot controllers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Prepared the report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 Member 2: [Rijuta Ghosh]</a:t>
            </a:r>
          </a:p>
          <a:p>
            <a:pPr>
              <a:buNone/>
            </a:pPr>
            <a:r>
              <a:rPr lang="en-US" b="1" dirty="0"/>
              <a:t>(Backend Development)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Developed </a:t>
            </a:r>
            <a:r>
              <a:rPr lang="en-US" b="1" dirty="0"/>
              <a:t>Spring Boot controllers</a:t>
            </a:r>
            <a:r>
              <a:rPr lang="en-US" dirty="0"/>
              <a:t> for handling login and dashboard 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Connected frontend forms to backend logic using RESTful mappings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Configured the </a:t>
            </a:r>
            <a:r>
              <a:rPr lang="en-US" b="1" dirty="0"/>
              <a:t>H2 in-memory database</a:t>
            </a:r>
            <a:r>
              <a:rPr lang="en-US" dirty="0"/>
              <a:t> and helped manage project structure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Member 3: [Rachit Joshi]</a:t>
            </a:r>
          </a:p>
          <a:p>
            <a:pPr>
              <a:buNone/>
            </a:pPr>
            <a:r>
              <a:rPr lang="en-US" b="1" dirty="0"/>
              <a:t>(Presentation &amp; Documentation)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the </a:t>
            </a:r>
            <a:r>
              <a:rPr lang="en-US" b="1" dirty="0"/>
              <a:t>project PowerPoint presentation</a:t>
            </a:r>
            <a:r>
              <a:rPr lang="en-US" dirty="0"/>
              <a:t> outlining features, technologies, and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Documented the </a:t>
            </a:r>
            <a:r>
              <a:rPr lang="en-US" b="1" dirty="0"/>
              <a:t>project objectives, approach, and planned improvements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592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3F2A5-57E1-70BD-8DC5-ECA1A563EDBB}"/>
              </a:ext>
            </a:extLst>
          </p:cNvPr>
          <p:cNvSpPr txBox="1"/>
          <p:nvPr/>
        </p:nvSpPr>
        <p:spPr>
          <a:xfrm>
            <a:off x="516194" y="1415845"/>
            <a:ext cx="949796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/>
              <a:t>The </a:t>
            </a:r>
            <a:r>
              <a:rPr lang="en-US" sz="2000" b="1" dirty="0"/>
              <a:t>Online Examination System</a:t>
            </a:r>
            <a:r>
              <a:rPr lang="en-US" sz="2000" dirty="0"/>
              <a:t> is designed to serve as a foundational platform for conducting computer-based tests in a secure and user-friendly environment. While currently in a basic stage, the system can be developed into a full-featured solution that offers: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Student Assessments</a:t>
            </a:r>
            <a:r>
              <a:rPr lang="en-US" dirty="0"/>
              <a:t>: Schools, colleges, or coaching institutes can use the system to conduct online quizzes, tests, or practice exams.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Remote Testing</a:t>
            </a:r>
            <a:r>
              <a:rPr lang="en-US" dirty="0"/>
              <a:t>: Enables exams to be taken from anywhere, promoting flexible learning and evaluation.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Digital Record Keeping</a:t>
            </a:r>
            <a:r>
              <a:rPr lang="en-US" dirty="0"/>
              <a:t>: Once implemented, the system can store past exam records and performance data for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Scalable Exam Management</a:t>
            </a:r>
            <a:r>
              <a:rPr lang="en-US" dirty="0"/>
              <a:t>: Admins or educators can eventually manage questions, results, and students—all from one platform.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478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9E2BB-D11A-35CC-155B-9A26BB437C86}"/>
              </a:ext>
            </a:extLst>
          </p:cNvPr>
          <p:cNvSpPr txBox="1"/>
          <p:nvPr/>
        </p:nvSpPr>
        <p:spPr>
          <a:xfrm>
            <a:off x="648929" y="1489587"/>
            <a:ext cx="97486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Spring Boot Documentation</a:t>
            </a:r>
            <a:br>
              <a:rPr lang="en-US" dirty="0"/>
            </a:br>
            <a:r>
              <a:rPr lang="en-US" dirty="0"/>
              <a:t>Official documentation for Spring Boot, used to understand how to set up the backend, routing, and integrate with the H2 database.</a:t>
            </a:r>
          </a:p>
          <a:p>
            <a:r>
              <a:rPr lang="en-US" dirty="0">
                <a:hlinkClick r:id="rId2"/>
              </a:rPr>
              <a:t>https://spring.io/projects/spring-boot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HTML/CSS Tutorials</a:t>
            </a:r>
            <a:br>
              <a:rPr lang="en-US" dirty="0"/>
            </a:br>
            <a:r>
              <a:rPr lang="en-US" dirty="0"/>
              <a:t>Resources used for learning how to create the login page and student dashboard layout.</a:t>
            </a:r>
          </a:p>
          <a:p>
            <a:r>
              <a:rPr lang="en-US" dirty="0">
                <a:hlinkClick r:id="rId3"/>
              </a:rPr>
              <a:t>https://www.w3schools.com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H2 Database Documentation</a:t>
            </a:r>
            <a:br>
              <a:rPr lang="en-US" dirty="0"/>
            </a:br>
            <a:r>
              <a:rPr lang="en-US" dirty="0"/>
              <a:t>Official documentation for H2, an in-memory database used for this project</a:t>
            </a:r>
          </a:p>
          <a:p>
            <a:r>
              <a:rPr lang="en-US" dirty="0">
                <a:hlinkClick r:id="rId4"/>
              </a:rPr>
              <a:t>https://docs.oracle.com/javase/tutorial/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Help from </a:t>
            </a:r>
            <a:r>
              <a:rPr lang="en-US" b="1" dirty="0" err="1"/>
              <a:t>Youtube</a:t>
            </a:r>
            <a:r>
              <a:rPr lang="en-US" b="1" dirty="0"/>
              <a:t> and Ai tools </a:t>
            </a:r>
          </a:p>
        </p:txBody>
      </p:sp>
    </p:spTree>
    <p:extLst>
      <p:ext uri="{BB962C8B-B14F-4D97-AF65-F5344CB8AC3E}">
        <p14:creationId xmlns:p14="http://schemas.microsoft.com/office/powerpoint/2010/main" val="666742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C92F430564EF4D984C4A50052D1AF6" ma:contentTypeVersion="8" ma:contentTypeDescription="Create a new document." ma:contentTypeScope="" ma:versionID="8ea2e7608f469c9e254f81e35472f47d">
  <xsd:schema xmlns:xsd="http://www.w3.org/2001/XMLSchema" xmlns:xs="http://www.w3.org/2001/XMLSchema" xmlns:p="http://schemas.microsoft.com/office/2006/metadata/properties" xmlns:ns2="0fbc9270-0da3-4309-bbac-5b4c8771e74b" xmlns:ns3="ab30937d-86ce-40fb-8648-9463b070ea83" targetNamespace="http://schemas.microsoft.com/office/2006/metadata/properties" ma:root="true" ma:fieldsID="c5e28a6ccad94107522dd8297a35fb96" ns2:_="" ns3:_="">
    <xsd:import namespace="0fbc9270-0da3-4309-bbac-5b4c8771e74b"/>
    <xsd:import namespace="ab30937d-86ce-40fb-8648-9463b070ea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bc9270-0da3-4309-bbac-5b4c8771e7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30937d-86ce-40fb-8648-9463b070ea8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1FE39E-575E-4327-9668-9F25DDF93C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8C4E62-7774-425A-95A0-8B6255321F20}">
  <ds:schemaRefs>
    <ds:schemaRef ds:uri="0fbc9270-0da3-4309-bbac-5b4c8771e74b"/>
    <ds:schemaRef ds:uri="ab30937d-86ce-40fb-8648-9463b070ea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5FE9CAB-38C7-4334-BAE1-D9EA537FF66A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0fbc9270-0da3-4309-bbac-5b4c8771e74b"/>
    <ds:schemaRef ds:uri="http://schemas.microsoft.com/office/infopath/2007/PartnerControls"/>
    <ds:schemaRef ds:uri="ab30937d-86ce-40fb-8648-9463b070ea83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3289</TotalTime>
  <Words>812</Words>
  <Application>Microsoft Office PowerPoint</Application>
  <PresentationFormat>Custom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landscape2</dc:creator>
  <cp:lastModifiedBy>Rijuta Ghosh</cp:lastModifiedBy>
  <cp:revision>29</cp:revision>
  <dcterms:created xsi:type="dcterms:W3CDTF">2016-09-19T07:02:22Z</dcterms:created>
  <dcterms:modified xsi:type="dcterms:W3CDTF">2025-04-30T08:26:43Z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0x01010069C92F430564EF4D984C4A50052D1AF6</vt:lpwstr>
  </property>
</Properties>
</file>